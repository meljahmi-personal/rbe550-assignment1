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2358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RBE-550 Assignment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Turtle Graphics &amp; Obstacle Fields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Victor Sierra Search Pattern and f(ρ) Obstacle Fields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Mohamed Eljahmi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48EADE1-B235-451E-61DA-8674AAC0AC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663"/>
    </mc:Choice>
    <mc:Fallback>
      <p:transition spd="slow" advTm="226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Part 1: Draw Victor Sierra search pattern with turtle graphics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Part 2: Generate obstacle fields with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tetrominoes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Verify outputs against assignment requirements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Submit code, images, and report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AC9D1937-E392-B387-72EF-EF7CBD09E7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566"/>
    </mc:Choice>
    <mc:Fallback>
      <p:transition spd="slow" advTm="255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Victor Sierra Search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layouts implemented with turtle graphics:</a:t>
            </a:r>
          </a:p>
          <a:p>
            <a:pPr marL="457200" lvl="1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Zigzag</a:t>
            </a:r>
          </a:p>
          <a:p>
            <a:pPr marL="457200" lvl="1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Radial</a:t>
            </a:r>
          </a:p>
          <a:p>
            <a:pPr marL="457200" lvl="1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Linear</a:t>
            </a:r>
          </a:p>
        </p:txBody>
      </p:sp>
      <p:pic>
        <p:nvPicPr>
          <p:cNvPr id="4" name="Picture 3" descr="victor_sierra_zigz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08" y="3429000"/>
            <a:ext cx="2286000" cy="2286000"/>
          </a:xfrm>
          <a:prstGeom prst="rect">
            <a:avLst/>
          </a:prstGeom>
        </p:spPr>
      </p:pic>
      <p:pic>
        <p:nvPicPr>
          <p:cNvPr id="5" name="Picture 4" descr="victor_sierra_rad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2" y="3429000"/>
            <a:ext cx="2286000" cy="2286000"/>
          </a:xfrm>
          <a:prstGeom prst="rect">
            <a:avLst/>
          </a:prstGeom>
        </p:spPr>
      </p:pic>
      <p:pic>
        <p:nvPicPr>
          <p:cNvPr id="6" name="Picture 5" descr="victor_sierra_lin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1" y="3429000"/>
            <a:ext cx="2286000" cy="2286000"/>
          </a:xfrm>
          <a:prstGeom prst="rect">
            <a:avLst/>
          </a:prstGeom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9DC3C4FD-F241-1022-C47F-25C37C1B29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472"/>
    </mc:Choice>
    <mc:Fallback>
      <p:transition spd="slow" advTm="174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5964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Fields (f(ρ))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black/white obstacle fields at different coverage:</a:t>
            </a:r>
          </a:p>
          <a:p>
            <a:pPr marL="457200" lvl="1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ρ = 0.25</a:t>
            </a:r>
          </a:p>
          <a:p>
            <a:pPr marL="457200" lvl="1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ρ = 0.40</a:t>
            </a:r>
          </a:p>
          <a:p>
            <a:pPr marL="457200" lvl="1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ρ = 0.70</a:t>
            </a:r>
          </a:p>
        </p:txBody>
      </p:sp>
      <p:pic>
        <p:nvPicPr>
          <p:cNvPr id="4" name="Picture 3" descr="obstacles_rho_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08" y="3619928"/>
            <a:ext cx="2286000" cy="2286000"/>
          </a:xfrm>
          <a:prstGeom prst="rect">
            <a:avLst/>
          </a:prstGeom>
        </p:spPr>
      </p:pic>
      <p:pic>
        <p:nvPicPr>
          <p:cNvPr id="5" name="Picture 4" descr="obstacles_rho_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6615" y="3619928"/>
            <a:ext cx="2286000" cy="2286000"/>
          </a:xfrm>
          <a:prstGeom prst="rect">
            <a:avLst/>
          </a:prstGeom>
        </p:spPr>
      </p:pic>
      <p:pic>
        <p:nvPicPr>
          <p:cNvPr id="6" name="Picture 5" descr="obstacles_rho_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754" y="3564671"/>
            <a:ext cx="2286000" cy="2286000"/>
          </a:xfrm>
          <a:prstGeom prst="rect">
            <a:avLst/>
          </a:prstGeom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41D44F7-6C8F-9774-7B8E-F4CB96CF25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476"/>
    </mc:Choice>
    <mc:Fallback>
      <p:transition spd="slow" advTm="254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3.10.12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Ubuntu 22.04, kernel 6.8.0-78-generic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Libraries: turtle,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requirements.txt and environment.txt included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EA245663-2CF0-6617-1F25-D713D22A8A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786"/>
    </mc:Choice>
    <mc:Fallback>
      <p:transition spd="slow" advTm="367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Victor Sierra patterns (zigzag, radial, linear)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Generated obstacle fields at target ρ levels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Verified actual coverage matches targets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Submission includes source code, EPS/PNG outputs, README, and report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62B05C8D-EFCB-66DA-5171-A6878D715E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690"/>
    </mc:Choice>
    <mc:Fallback>
      <p:transition spd="slow" advTm="25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6687" x="8815388" y="2614613"/>
          <p14:tracePt t="24789" x="8829675" y="2614613"/>
          <p14:tracePt t="24794" x="8843963" y="2614613"/>
          <p14:tracePt t="24802" x="8858250" y="2614613"/>
          <p14:tracePt t="24822" x="8858250" y="2628900"/>
          <p14:tracePt t="24841" x="8872538" y="2628900"/>
          <p14:tracePt t="24843" x="0" y="0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174</Words>
  <Application>Microsoft Office PowerPoint</Application>
  <PresentationFormat>On-screen Show (4:3)</PresentationFormat>
  <Paragraphs>29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RBE-550 Assignment 1 Turtle Graphics &amp; Obstacle Fields</vt:lpstr>
      <vt:lpstr>Overview</vt:lpstr>
      <vt:lpstr>Victor Sierra Search Patterns</vt:lpstr>
      <vt:lpstr>Obstacle Fields (f(ρ))</vt:lpstr>
      <vt:lpstr>Environment &amp; Reproducibility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Eljahmi</cp:lastModifiedBy>
  <cp:revision>14</cp:revision>
  <dcterms:created xsi:type="dcterms:W3CDTF">2013-01-27T09:14:16Z</dcterms:created>
  <dcterms:modified xsi:type="dcterms:W3CDTF">2025-09-01T23:48:38Z</dcterms:modified>
  <cp:category/>
</cp:coreProperties>
</file>